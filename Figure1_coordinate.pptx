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2060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>
            <a:extLst>
              <a:ext uri="{FF2B5EF4-FFF2-40B4-BE49-F238E27FC236}">
                <a16:creationId xmlns:a16="http://schemas.microsoft.com/office/drawing/2014/main" id="{ECBC2CEF-5C5A-3DEF-10B8-1874454FCFC9}"/>
              </a:ext>
            </a:extLst>
          </p:cNvPr>
          <p:cNvGrpSpPr/>
          <p:nvPr/>
        </p:nvGrpSpPr>
        <p:grpSpPr>
          <a:xfrm>
            <a:off x="2236757" y="3342190"/>
            <a:ext cx="2338649" cy="2456617"/>
            <a:chOff x="690058" y="3549431"/>
            <a:chExt cx="2338649" cy="2456617"/>
          </a:xfrm>
        </p:grpSpPr>
        <p:cxnSp>
          <p:nvCxnSpPr>
            <p:cNvPr id="2" name="Connector 1"/>
            <p:cNvCxnSpPr/>
            <p:nvPr/>
          </p:nvCxnSpPr>
          <p:spPr>
            <a:xfrm flipV="1">
              <a:off x="1005840" y="3931920"/>
              <a:ext cx="0" cy="1737360"/>
            </a:xfrm>
            <a:prstGeom prst="line">
              <a:avLst/>
            </a:prstGeom>
            <a:ln w="22860">
              <a:solidFill>
                <a:srgbClr val="22222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nector 2"/>
            <p:cNvCxnSpPr/>
            <p:nvPr/>
          </p:nvCxnSpPr>
          <p:spPr>
            <a:xfrm>
              <a:off x="1005840" y="5669280"/>
              <a:ext cx="1737360" cy="0"/>
            </a:xfrm>
            <a:prstGeom prst="line">
              <a:avLst/>
            </a:prstGeom>
            <a:ln w="22860">
              <a:solidFill>
                <a:srgbClr val="22222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/>
            <p:cNvSpPr txBox="1"/>
            <p:nvPr/>
          </p:nvSpPr>
          <p:spPr>
            <a:xfrm>
              <a:off x="941720" y="3549431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222222"/>
                  </a:solidFill>
                  <a:latin typeface="Times New Roman"/>
                </a:rPr>
                <a:t>x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914893" y="5515391"/>
              <a:ext cx="113814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222222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90058" y="5698271"/>
              <a:ext cx="229230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222222"/>
                  </a:solidFill>
                  <a:latin typeface="Times New Roman"/>
                </a:rPr>
                <a:t>O</a:t>
              </a:r>
              <a:r>
                <a:rPr b="1" i="1" baseline="-25000">
                  <a:solidFill>
                    <a:srgbClr val="222222"/>
                  </a:solidFill>
                  <a:latin typeface="Times New Roman"/>
                </a:rPr>
                <a:t>i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ECC6CEC-D292-8022-7728-88694979979B}"/>
              </a:ext>
            </a:extLst>
          </p:cNvPr>
          <p:cNvGrpSpPr/>
          <p:nvPr/>
        </p:nvGrpSpPr>
        <p:grpSpPr>
          <a:xfrm>
            <a:off x="3013699" y="1599612"/>
            <a:ext cx="2807432" cy="3427162"/>
            <a:chOff x="3013699" y="1599612"/>
            <a:chExt cx="2807432" cy="3427162"/>
          </a:xfrm>
        </p:grpSpPr>
        <p:sp>
          <p:nvSpPr>
            <p:cNvPr id="20" name="Freeform 19"/>
            <p:cNvSpPr/>
            <p:nvPr/>
          </p:nvSpPr>
          <p:spPr>
            <a:xfrm>
              <a:off x="3485805" y="4597763"/>
              <a:ext cx="155590" cy="166849"/>
            </a:xfrm>
            <a:custGeom>
              <a:avLst/>
              <a:gdLst/>
              <a:ahLst/>
              <a:cxnLst/>
              <a:rect l="l" t="t" r="r" b="b"/>
              <a:pathLst>
                <a:path w="155590" h="166849">
                  <a:moveTo>
                    <a:pt x="155590" y="166849"/>
                  </a:moveTo>
                  <a:lnTo>
                    <a:pt x="138708" y="154543"/>
                  </a:lnTo>
                  <a:lnTo>
                    <a:pt x="122307" y="141603"/>
                  </a:lnTo>
                  <a:lnTo>
                    <a:pt x="106411" y="128048"/>
                  </a:lnTo>
                  <a:lnTo>
                    <a:pt x="91042" y="113898"/>
                  </a:lnTo>
                  <a:lnTo>
                    <a:pt x="76223" y="99173"/>
                  </a:lnTo>
                  <a:lnTo>
                    <a:pt x="61976" y="83894"/>
                  </a:lnTo>
                  <a:lnTo>
                    <a:pt x="48320" y="68084"/>
                  </a:lnTo>
                  <a:lnTo>
                    <a:pt x="35276" y="51766"/>
                  </a:lnTo>
                  <a:lnTo>
                    <a:pt x="22863" y="34963"/>
                  </a:lnTo>
                  <a:lnTo>
                    <a:pt x="11099" y="17699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2222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619017" y="2330256"/>
              <a:ext cx="1741851" cy="2265863"/>
            </a:xfrm>
            <a:custGeom>
              <a:avLst/>
              <a:gdLst/>
              <a:ahLst/>
              <a:cxnLst/>
              <a:rect l="0" t="0" r="1741851" b="2265863"/>
              <a:pathLst>
                <a:path w="1741851" h="2265863">
                  <a:moveTo>
                    <a:pt x="0" y="1748921"/>
                  </a:moveTo>
                  <a:lnTo>
                    <a:pt x="970285" y="363211"/>
                  </a:lnTo>
                  <a:cubicBezTo>
                    <a:pt x="1292431" y="142270"/>
                    <a:pt x="1558377" y="49418"/>
                    <a:pt x="1726932" y="0"/>
                  </a:cubicBezTo>
                  <a:cubicBezTo>
                    <a:pt x="1738144" y="175292"/>
                    <a:pt x="1741851" y="456957"/>
                    <a:pt x="1644414" y="835241"/>
                  </a:cubicBezTo>
                  <a:lnTo>
                    <a:pt x="674129" y="2220952"/>
                  </a:lnTo>
                  <a:cubicBezTo>
                    <a:pt x="419427" y="2265863"/>
                    <a:pt x="44911" y="2003624"/>
                    <a:pt x="0" y="1748921"/>
                  </a:cubicBezTo>
                  <a:close/>
                </a:path>
              </a:pathLst>
            </a:custGeom>
            <a:solidFill>
              <a:srgbClr val="DDE9F6"/>
            </a:solidFill>
            <a:ln w="22860">
              <a:solidFill>
                <a:srgbClr val="245A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836268" y="2587911"/>
              <a:ext cx="1359812" cy="1734819"/>
            </a:xfrm>
            <a:custGeom>
              <a:avLst/>
              <a:gdLst/>
              <a:ahLst/>
              <a:cxnLst/>
              <a:rect l="0" t="0" r="1359812" b="1734819"/>
              <a:pathLst>
                <a:path w="1359812" h="1734819">
                  <a:moveTo>
                    <a:pt x="0" y="1420132"/>
                  </a:moveTo>
                  <a:lnTo>
                    <a:pt x="849654" y="206699"/>
                  </a:lnTo>
                  <a:cubicBezTo>
                    <a:pt x="1086392" y="59907"/>
                    <a:pt x="1239967" y="0"/>
                    <a:pt x="1326114" y="4507"/>
                  </a:cubicBezTo>
                  <a:cubicBezTo>
                    <a:pt x="1359812" y="83916"/>
                    <a:pt x="1356044" y="248719"/>
                    <a:pt x="1299074" y="521386"/>
                  </a:cubicBezTo>
                  <a:lnTo>
                    <a:pt x="449419" y="1734819"/>
                  </a:lnTo>
                </a:path>
              </a:pathLst>
            </a:custGeom>
            <a:noFill/>
            <a:ln w="15240">
              <a:solidFill>
                <a:srgbClr val="7FA8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3654271" y="4265827"/>
              <a:ext cx="321456" cy="268273"/>
            </a:xfrm>
            <a:custGeom>
              <a:avLst/>
              <a:gdLst/>
              <a:ahLst/>
              <a:cxnLst/>
              <a:rect l="l" t="t" r="r" b="b"/>
              <a:pathLst>
                <a:path w="321456" h="268273">
                  <a:moveTo>
                    <a:pt x="321456" y="117569"/>
                  </a:moveTo>
                  <a:lnTo>
                    <a:pt x="70642" y="268273"/>
                  </a:lnTo>
                  <a:lnTo>
                    <a:pt x="0" y="150704"/>
                  </a:lnTo>
                  <a:lnTo>
                    <a:pt x="250814" y="0"/>
                  </a:lnTo>
                  <a:close/>
                </a:path>
              </a:pathLst>
            </a:custGeom>
            <a:solidFill>
              <a:srgbClr val="4A4A4A"/>
            </a:solidFill>
            <a:ln w="12700">
              <a:solidFill>
                <a:srgbClr val="2B2B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981B9043-17D2-87B4-3623-61BB8006B01F}"/>
                </a:ext>
              </a:extLst>
            </p:cNvPr>
            <p:cNvGrpSpPr/>
            <p:nvPr/>
          </p:nvGrpSpPr>
          <p:grpSpPr>
            <a:xfrm rot="19365654">
              <a:off x="3452989" y="4378350"/>
              <a:ext cx="259679" cy="322946"/>
              <a:chOff x="2755684" y="3090033"/>
              <a:chExt cx="259679" cy="322946"/>
            </a:xfrm>
          </p:grpSpPr>
          <p:sp>
            <p:nvSpPr>
              <p:cNvPr id="13" name="Oval 12"/>
              <p:cNvSpPr/>
              <p:nvPr/>
            </p:nvSpPr>
            <p:spPr>
              <a:xfrm rot="3540000">
                <a:off x="2894205" y="3291821"/>
                <a:ext cx="164592" cy="77724"/>
              </a:xfrm>
              <a:prstGeom prst="ellipse">
                <a:avLst/>
              </a:prstGeom>
              <a:solidFill>
                <a:srgbClr val="4A4A4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/>
              </a:p>
            </p:txBody>
          </p:sp>
          <p:sp>
            <p:nvSpPr>
              <p:cNvPr id="14" name="Oval 13"/>
              <p:cNvSpPr/>
              <p:nvPr/>
            </p:nvSpPr>
            <p:spPr>
              <a:xfrm rot="17940000">
                <a:off x="2891441" y="3133467"/>
                <a:ext cx="164592" cy="77724"/>
              </a:xfrm>
              <a:prstGeom prst="ellipse">
                <a:avLst/>
              </a:prstGeom>
              <a:solidFill>
                <a:srgbClr val="4A4A4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/>
              </a:p>
            </p:txBody>
          </p:sp>
          <p:sp>
            <p:nvSpPr>
              <p:cNvPr id="15" name="Oval 14"/>
              <p:cNvSpPr/>
              <p:nvPr/>
            </p:nvSpPr>
            <p:spPr>
              <a:xfrm rot="10740000">
                <a:off x="2755684" y="3215038"/>
                <a:ext cx="164592" cy="77724"/>
              </a:xfrm>
              <a:prstGeom prst="ellipse">
                <a:avLst/>
              </a:prstGeom>
              <a:solidFill>
                <a:srgbClr val="4A4A4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883686" y="3206584"/>
                <a:ext cx="91440" cy="91440"/>
              </a:xfrm>
              <a:prstGeom prst="ellipse">
                <a:avLst/>
              </a:prstGeom>
              <a:solidFill>
                <a:srgbClr val="2B2B2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b="1"/>
              </a:p>
            </p:txBody>
          </p:sp>
        </p:grpSp>
        <p:cxnSp>
          <p:nvCxnSpPr>
            <p:cNvPr id="17" name="Connector 16"/>
            <p:cNvCxnSpPr>
              <a:cxnSpLocks/>
            </p:cNvCxnSpPr>
            <p:nvPr/>
          </p:nvCxnSpPr>
          <p:spPr>
            <a:xfrm flipV="1">
              <a:off x="3045858" y="4650674"/>
              <a:ext cx="392324" cy="227190"/>
            </a:xfrm>
            <a:prstGeom prst="line">
              <a:avLst/>
            </a:prstGeom>
            <a:ln w="24130">
              <a:solidFill>
                <a:srgbClr val="C0392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013699" y="4472515"/>
              <a:ext cx="171522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C0392B"/>
                  </a:solidFill>
                  <a:latin typeface="Times New Roman"/>
                </a:rPr>
                <a:t>F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 flipH="1">
              <a:off x="3457827" y="4315193"/>
              <a:ext cx="498255" cy="711581"/>
            </a:xfrm>
            <a:prstGeom prst="line">
              <a:avLst/>
            </a:prstGeom>
            <a:ln w="12700">
              <a:solidFill>
                <a:srgbClr val="22222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401754" y="4663062"/>
              <a:ext cx="131446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222222"/>
                  </a:solidFill>
                  <a:latin typeface="Times New Roman"/>
                </a:rPr>
                <a:t>δ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4439412" y="3525012"/>
              <a:ext cx="82296" cy="82296"/>
            </a:xfrm>
            <a:prstGeom prst="ellipse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16575" y="3324322"/>
              <a:ext cx="262892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 dirty="0">
                  <a:solidFill>
                    <a:srgbClr val="222222"/>
                  </a:solidFill>
                  <a:latin typeface="Times New Roman"/>
                </a:rPr>
                <a:t>O</a:t>
              </a:r>
              <a:r>
                <a:rPr b="1" i="1" baseline="-25000" dirty="0">
                  <a:solidFill>
                    <a:srgbClr val="222222"/>
                  </a:solidFill>
                  <a:latin typeface="Times New Roman"/>
                </a:rPr>
                <a:t>b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 flipV="1">
              <a:off x="4480560" y="1955740"/>
              <a:ext cx="1127628" cy="1610420"/>
            </a:xfrm>
            <a:prstGeom prst="line">
              <a:avLst/>
            </a:prstGeom>
            <a:ln w="22860">
              <a:solidFill>
                <a:srgbClr val="22222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4480560" y="3566160"/>
              <a:ext cx="898839" cy="629374"/>
            </a:xfrm>
            <a:prstGeom prst="line">
              <a:avLst/>
            </a:prstGeom>
            <a:ln w="22860">
              <a:solidFill>
                <a:srgbClr val="222222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678463" y="1599612"/>
              <a:ext cx="142668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222222"/>
                  </a:solidFill>
                  <a:latin typeface="Times New Roman"/>
                </a:rPr>
                <a:t>u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87279" y="4157030"/>
              <a:ext cx="113814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222222"/>
                  </a:solidFill>
                  <a:latin typeface="Times New Roman"/>
                </a:rPr>
                <a:t>v</a:t>
              </a:r>
            </a:p>
          </p:txBody>
        </p:sp>
        <p:sp>
          <p:nvSpPr>
            <p:cNvPr id="28" name="Freeform 27"/>
            <p:cNvSpPr/>
            <p:nvPr/>
          </p:nvSpPr>
          <p:spPr>
            <a:xfrm rot="533028">
              <a:off x="3987082" y="2954241"/>
              <a:ext cx="300491" cy="740162"/>
            </a:xfrm>
            <a:custGeom>
              <a:avLst/>
              <a:gdLst/>
              <a:ahLst/>
              <a:cxnLst/>
              <a:rect l="l" t="t" r="r" b="b"/>
              <a:pathLst>
                <a:path w="300491" h="740162">
                  <a:moveTo>
                    <a:pt x="300491" y="0"/>
                  </a:moveTo>
                  <a:lnTo>
                    <a:pt x="251268" y="29460"/>
                  </a:lnTo>
                  <a:lnTo>
                    <a:pt x="205274" y="63742"/>
                  </a:lnTo>
                  <a:lnTo>
                    <a:pt x="162980" y="102498"/>
                  </a:lnTo>
                  <a:lnTo>
                    <a:pt x="124819" y="145329"/>
                  </a:lnTo>
                  <a:lnTo>
                    <a:pt x="91182" y="191797"/>
                  </a:lnTo>
                  <a:lnTo>
                    <a:pt x="62413" y="241426"/>
                  </a:lnTo>
                  <a:lnTo>
                    <a:pt x="38806" y="293709"/>
                  </a:lnTo>
                  <a:lnTo>
                    <a:pt x="20604" y="348110"/>
                  </a:lnTo>
                  <a:lnTo>
                    <a:pt x="7993" y="404071"/>
                  </a:lnTo>
                  <a:lnTo>
                    <a:pt x="1101" y="461021"/>
                  </a:lnTo>
                  <a:lnTo>
                    <a:pt x="0" y="518376"/>
                  </a:lnTo>
                  <a:lnTo>
                    <a:pt x="4700" y="575548"/>
                  </a:lnTo>
                  <a:lnTo>
                    <a:pt x="15154" y="631952"/>
                  </a:lnTo>
                  <a:lnTo>
                    <a:pt x="31255" y="687012"/>
                  </a:lnTo>
                  <a:lnTo>
                    <a:pt x="52837" y="740162"/>
                  </a:lnTo>
                </a:path>
              </a:pathLst>
            </a:custGeom>
            <a:noFill/>
            <a:ln w="17780">
              <a:solidFill>
                <a:srgbClr val="222222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744402" y="2921080"/>
              <a:ext cx="99387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222222"/>
                  </a:solidFill>
                  <a:latin typeface="Times New Roman"/>
                </a:rPr>
                <a:t>r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 flipH="1">
              <a:off x="3956082" y="3566160"/>
              <a:ext cx="524478" cy="749033"/>
            </a:xfrm>
            <a:prstGeom prst="line">
              <a:avLst/>
            </a:prstGeom>
            <a:ln w="16510">
              <a:solidFill>
                <a:srgbClr val="2E7D3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962388" y="3708854"/>
              <a:ext cx="129844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2E7D32"/>
                  </a:solidFill>
                  <a:latin typeface="Times New Roman"/>
                </a:rPr>
                <a:t>l</a:t>
              </a:r>
              <a:r>
                <a:rPr b="1" i="1" baseline="-25000">
                  <a:solidFill>
                    <a:srgbClr val="2E7D32"/>
                  </a:solidFill>
                  <a:latin typeface="Times New Roman"/>
                </a:rPr>
                <a:t>r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5328864" y="2272105"/>
              <a:ext cx="73152" cy="73152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433649" y="2284832"/>
              <a:ext cx="155492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C0392B"/>
                  </a:solidFill>
                  <a:latin typeface="Times New Roman"/>
                </a:rPr>
                <a:t>l</a:t>
              </a:r>
              <a:r>
                <a:rPr b="1" i="1" baseline="-25000">
                  <a:solidFill>
                    <a:srgbClr val="C0392B"/>
                  </a:solidFill>
                  <a:latin typeface="Times New Roman"/>
                </a:rPr>
                <a:t>h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4480560" y="2148840"/>
              <a:ext cx="0" cy="1417320"/>
            </a:xfrm>
            <a:prstGeom prst="line">
              <a:avLst/>
            </a:prstGeom>
            <a:ln w="12700">
              <a:solidFill>
                <a:srgbClr val="22222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657424" y="2138372"/>
              <a:ext cx="171522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000" b="1" i="1">
                  <a:solidFill>
                    <a:srgbClr val="222222"/>
                  </a:solidFill>
                  <a:latin typeface="Times New Roman"/>
                </a:rPr>
                <a:t>ψ</a:t>
              </a:r>
            </a:p>
          </p:txBody>
        </p:sp>
        <p:sp>
          <p:nvSpPr>
            <p:cNvPr id="8" name="Freeform 7"/>
            <p:cNvSpPr/>
            <p:nvPr/>
          </p:nvSpPr>
          <p:spPr>
            <a:xfrm>
              <a:off x="4480560" y="2468880"/>
              <a:ext cx="629374" cy="198441"/>
            </a:xfrm>
            <a:custGeom>
              <a:avLst/>
              <a:gdLst/>
              <a:ahLst/>
              <a:cxnLst/>
              <a:rect l="l" t="t" r="r" b="b"/>
              <a:pathLst>
                <a:path w="629374" h="198441">
                  <a:moveTo>
                    <a:pt x="0" y="0"/>
                  </a:moveTo>
                  <a:lnTo>
                    <a:pt x="29140" y="387"/>
                  </a:lnTo>
                  <a:lnTo>
                    <a:pt x="58259" y="1548"/>
                  </a:lnTo>
                  <a:lnTo>
                    <a:pt x="87337" y="3481"/>
                  </a:lnTo>
                  <a:lnTo>
                    <a:pt x="116353" y="6186"/>
                  </a:lnTo>
                  <a:lnTo>
                    <a:pt x="145287" y="9661"/>
                  </a:lnTo>
                  <a:lnTo>
                    <a:pt x="174119" y="13903"/>
                  </a:lnTo>
                  <a:lnTo>
                    <a:pt x="202828" y="18909"/>
                  </a:lnTo>
                  <a:lnTo>
                    <a:pt x="231394" y="24676"/>
                  </a:lnTo>
                  <a:lnTo>
                    <a:pt x="259797" y="31199"/>
                  </a:lnTo>
                  <a:lnTo>
                    <a:pt x="288016" y="38474"/>
                  </a:lnTo>
                  <a:lnTo>
                    <a:pt x="316033" y="46496"/>
                  </a:lnTo>
                  <a:lnTo>
                    <a:pt x="343826" y="55259"/>
                  </a:lnTo>
                  <a:lnTo>
                    <a:pt x="371377" y="64758"/>
                  </a:lnTo>
                  <a:lnTo>
                    <a:pt x="398666" y="74984"/>
                  </a:lnTo>
                  <a:lnTo>
                    <a:pt x="425674" y="85932"/>
                  </a:lnTo>
                  <a:lnTo>
                    <a:pt x="452381" y="97593"/>
                  </a:lnTo>
                  <a:lnTo>
                    <a:pt x="478769" y="109959"/>
                  </a:lnTo>
                  <a:lnTo>
                    <a:pt x="504820" y="123021"/>
                  </a:lnTo>
                  <a:lnTo>
                    <a:pt x="530515" y="136771"/>
                  </a:lnTo>
                  <a:lnTo>
                    <a:pt x="555835" y="151198"/>
                  </a:lnTo>
                  <a:lnTo>
                    <a:pt x="580764" y="166293"/>
                  </a:lnTo>
                  <a:lnTo>
                    <a:pt x="605282" y="182044"/>
                  </a:lnTo>
                  <a:lnTo>
                    <a:pt x="629374" y="198441"/>
                  </a:lnTo>
                </a:path>
              </a:pathLst>
            </a:custGeom>
            <a:noFill/>
            <a:ln w="17780">
              <a:solidFill>
                <a:srgbClr val="222222"/>
              </a:solidFill>
              <a:tailEnd type="triangl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b="1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</Words>
  <Application>Microsoft Office PowerPoint</Application>
  <PresentationFormat>화면 슬라이드 쇼(4:3)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박기용</cp:lastModifiedBy>
  <cp:revision>5</cp:revision>
  <dcterms:created xsi:type="dcterms:W3CDTF">2013-01-27T09:14:16Z</dcterms:created>
  <dcterms:modified xsi:type="dcterms:W3CDTF">2026-08-25T23:07:51Z</dcterms:modified>
  <cp:category/>
</cp:coreProperties>
</file>