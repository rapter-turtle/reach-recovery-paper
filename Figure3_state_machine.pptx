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864475" cy="8778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23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06937" y="1161985"/>
            <a:ext cx="1078765" cy="312274"/>
          </a:xfrm>
          <a:prstGeom prst="roundRect">
            <a:avLst/>
          </a:prstGeom>
          <a:solidFill>
            <a:srgbClr val="F8CBAD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987568" y="1757300"/>
            <a:ext cx="1717505" cy="3929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B4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dirty="0">
                <a:solidFill>
                  <a:srgbClr val="1A1A1A"/>
                </a:solidFill>
                <a:latin typeface="Arial"/>
              </a:rPr>
              <a:t>Mothership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987568" y="2433306"/>
            <a:ext cx="1717505" cy="392965"/>
          </a:xfrm>
          <a:prstGeom prst="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DP</a:t>
            </a:r>
          </a:p>
        </p:txBody>
      </p:sp>
      <p:sp>
        <p:nvSpPr>
          <p:cNvPr id="6" name="Diamond 5"/>
          <p:cNvSpPr/>
          <p:nvPr/>
        </p:nvSpPr>
        <p:spPr>
          <a:xfrm>
            <a:off x="4039093" y="3109312"/>
            <a:ext cx="1614455" cy="618302"/>
          </a:xfrm>
          <a:prstGeom prst="diamond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V(x) &lt; 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7568" y="4010655"/>
            <a:ext cx="1717505" cy="392965"/>
          </a:xfrm>
          <a:prstGeom prst="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dirty="0">
                <a:solidFill>
                  <a:srgbClr val="1A1A1A"/>
                </a:solidFill>
                <a:latin typeface="Arial"/>
              </a:rPr>
              <a:t>Recovery attempt</a:t>
            </a:r>
          </a:p>
        </p:txBody>
      </p:sp>
      <p:sp>
        <p:nvSpPr>
          <p:cNvPr id="8" name="Diamond 7"/>
          <p:cNvSpPr/>
          <p:nvPr/>
        </p:nvSpPr>
        <p:spPr>
          <a:xfrm>
            <a:off x="4039093" y="4686661"/>
            <a:ext cx="1614455" cy="680132"/>
          </a:xfrm>
          <a:prstGeom prst="diamond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dirty="0">
                <a:solidFill>
                  <a:srgbClr val="1A1A1A"/>
                </a:solidFill>
                <a:latin typeface="Arial"/>
              </a:rPr>
              <a:t>Cradle ingress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937" y="5649834"/>
            <a:ext cx="1078765" cy="312274"/>
          </a:xfrm>
          <a:prstGeom prst="roundRect">
            <a:avLst/>
          </a:prstGeom>
          <a:solidFill>
            <a:srgbClr val="F4B18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Recovery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5199" y="2433306"/>
            <a:ext cx="1511406" cy="3929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B45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dirty="0">
                <a:solidFill>
                  <a:srgbClr val="1A1A1A"/>
                </a:solidFill>
                <a:latin typeface="Arial"/>
              </a:rPr>
              <a:t>Return to DP point</a:t>
            </a:r>
          </a:p>
        </p:txBody>
      </p:sp>
      <p:cxnSp>
        <p:nvCxnSpPr>
          <p:cNvPr id="12" name="Connector 11"/>
          <p:cNvCxnSpPr>
            <a:cxnSpLocks/>
            <a:stCxn id="2" idx="2"/>
            <a:endCxn id="3" idx="0"/>
          </p:cNvCxnSpPr>
          <p:nvPr/>
        </p:nvCxnSpPr>
        <p:spPr>
          <a:xfrm>
            <a:off x="4846320" y="1474259"/>
            <a:ext cx="1" cy="283041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3" idx="2"/>
            <a:endCxn id="5" idx="0"/>
          </p:cNvCxnSpPr>
          <p:nvPr/>
        </p:nvCxnSpPr>
        <p:spPr>
          <a:xfrm>
            <a:off x="4846321" y="2150265"/>
            <a:ext cx="0" cy="283041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5" idx="2"/>
            <a:endCxn id="6" idx="0"/>
          </p:cNvCxnSpPr>
          <p:nvPr/>
        </p:nvCxnSpPr>
        <p:spPr>
          <a:xfrm>
            <a:off x="4846321" y="2826271"/>
            <a:ext cx="0" cy="283041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6" idx="2"/>
            <a:endCxn id="7" idx="0"/>
          </p:cNvCxnSpPr>
          <p:nvPr/>
        </p:nvCxnSpPr>
        <p:spPr>
          <a:xfrm>
            <a:off x="4846321" y="3727614"/>
            <a:ext cx="0" cy="283041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46065" y="3776534"/>
            <a:ext cx="548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Arial"/>
              </a:rPr>
              <a:t>Yes</a:t>
            </a:r>
          </a:p>
        </p:txBody>
      </p:sp>
      <p:cxnSp>
        <p:nvCxnSpPr>
          <p:cNvPr id="18" name="Connector 17"/>
          <p:cNvCxnSpPr>
            <a:cxnSpLocks/>
            <a:stCxn id="8" idx="2"/>
            <a:endCxn id="9" idx="0"/>
          </p:cNvCxnSpPr>
          <p:nvPr/>
        </p:nvCxnSpPr>
        <p:spPr>
          <a:xfrm flipH="1">
            <a:off x="4846320" y="5366793"/>
            <a:ext cx="1" cy="283041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7" idx="2"/>
            <a:endCxn id="8" idx="0"/>
          </p:cNvCxnSpPr>
          <p:nvPr/>
        </p:nvCxnSpPr>
        <p:spPr>
          <a:xfrm>
            <a:off x="4846321" y="4403620"/>
            <a:ext cx="0" cy="283041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46065" y="5424623"/>
            <a:ext cx="548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404040"/>
                </a:solidFill>
                <a:latin typeface="Arial"/>
              </a:rPr>
              <a:t>Yes</a:t>
            </a:r>
          </a:p>
        </p:txBody>
      </p:sp>
      <p:cxnSp>
        <p:nvCxnSpPr>
          <p:cNvPr id="21" name="Connector 20"/>
          <p:cNvCxnSpPr>
            <a:cxnSpLocks/>
            <a:stCxn id="6" idx="3"/>
          </p:cNvCxnSpPr>
          <p:nvPr/>
        </p:nvCxnSpPr>
        <p:spPr>
          <a:xfrm>
            <a:off x="5653548" y="3418463"/>
            <a:ext cx="347202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6000750" y="2623863"/>
            <a:ext cx="0" cy="79460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endCxn id="5" idx="3"/>
          </p:cNvCxnSpPr>
          <p:nvPr/>
        </p:nvCxnSpPr>
        <p:spPr>
          <a:xfrm flipH="1">
            <a:off x="5705073" y="2629789"/>
            <a:ext cx="295677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53548" y="3443277"/>
            <a:ext cx="548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Arial"/>
              </a:rPr>
              <a:t>No</a:t>
            </a:r>
          </a:p>
        </p:txBody>
      </p:sp>
      <p:cxnSp>
        <p:nvCxnSpPr>
          <p:cNvPr id="25" name="Connector 24"/>
          <p:cNvCxnSpPr>
            <a:cxnSpLocks/>
            <a:endCxn id="7" idx="1"/>
          </p:cNvCxnSpPr>
          <p:nvPr/>
        </p:nvCxnSpPr>
        <p:spPr>
          <a:xfrm>
            <a:off x="1813704" y="4207138"/>
            <a:ext cx="2173864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stCxn id="8" idx="1"/>
          </p:cNvCxnSpPr>
          <p:nvPr/>
        </p:nvCxnSpPr>
        <p:spPr>
          <a:xfrm flipH="1">
            <a:off x="3859749" y="5026727"/>
            <a:ext cx="179344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 flipV="1">
            <a:off x="3864193" y="4709795"/>
            <a:ext cx="0" cy="316932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endCxn id="47" idx="3"/>
          </p:cNvCxnSpPr>
          <p:nvPr/>
        </p:nvCxnSpPr>
        <p:spPr>
          <a:xfrm flipH="1">
            <a:off x="3618130" y="4709795"/>
            <a:ext cx="250508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34142" y="4623391"/>
            <a:ext cx="548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404040"/>
                </a:solidFill>
                <a:latin typeface="Arial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6611" y="4010461"/>
            <a:ext cx="548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404040"/>
                </a:solidFill>
                <a:latin typeface="Arial"/>
              </a:rPr>
              <a:t>Yes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 flipH="1">
            <a:off x="1808940" y="4709795"/>
            <a:ext cx="191866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</p:cNvCxnSpPr>
          <p:nvPr/>
        </p:nvCxnSpPr>
        <p:spPr>
          <a:xfrm flipV="1">
            <a:off x="1813704" y="4207137"/>
            <a:ext cx="0" cy="505834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mond 5">
            <a:extLst>
              <a:ext uri="{FF2B5EF4-FFF2-40B4-BE49-F238E27FC236}">
                <a16:creationId xmlns:a16="http://schemas.microsoft.com/office/drawing/2014/main" id="{C83E9743-9183-7DD4-FF74-565169D8732D}"/>
              </a:ext>
            </a:extLst>
          </p:cNvPr>
          <p:cNvSpPr/>
          <p:nvPr/>
        </p:nvSpPr>
        <p:spPr>
          <a:xfrm>
            <a:off x="2003675" y="4400644"/>
            <a:ext cx="1614455" cy="618302"/>
          </a:xfrm>
          <a:prstGeom prst="diamond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V(x) &lt; 0</a:t>
            </a:r>
          </a:p>
        </p:txBody>
      </p:sp>
      <p:cxnSp>
        <p:nvCxnSpPr>
          <p:cNvPr id="56" name="Connector 33">
            <a:extLst>
              <a:ext uri="{FF2B5EF4-FFF2-40B4-BE49-F238E27FC236}">
                <a16:creationId xmlns:a16="http://schemas.microsoft.com/office/drawing/2014/main" id="{308DC4AB-FAA5-7824-5AF3-EF81A1B1CAF4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3566605" y="2629789"/>
            <a:ext cx="420963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33">
            <a:extLst>
              <a:ext uri="{FF2B5EF4-FFF2-40B4-BE49-F238E27FC236}">
                <a16:creationId xmlns:a16="http://schemas.microsoft.com/office/drawing/2014/main" id="{A6CB7B34-E2F6-956A-1E84-2188E8E3C39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606550" y="2629789"/>
            <a:ext cx="448649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32">
            <a:extLst>
              <a:ext uri="{FF2B5EF4-FFF2-40B4-BE49-F238E27FC236}">
                <a16:creationId xmlns:a16="http://schemas.microsoft.com/office/drawing/2014/main" id="{481C7B3C-2CE9-9D9E-DCE6-BA3C501821DE}"/>
              </a:ext>
            </a:extLst>
          </p:cNvPr>
          <p:cNvCxnSpPr>
            <a:cxnSpLocks/>
          </p:cNvCxnSpPr>
          <p:nvPr/>
        </p:nvCxnSpPr>
        <p:spPr>
          <a:xfrm flipV="1">
            <a:off x="1606550" y="2623863"/>
            <a:ext cx="0" cy="2713524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26">
            <a:extLst>
              <a:ext uri="{FF2B5EF4-FFF2-40B4-BE49-F238E27FC236}">
                <a16:creationId xmlns:a16="http://schemas.microsoft.com/office/drawing/2014/main" id="{E8472A15-93B4-9694-DA5F-0C9085066007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2810902" y="5018946"/>
            <a:ext cx="1" cy="312091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20">
            <a:extLst>
              <a:ext uri="{FF2B5EF4-FFF2-40B4-BE49-F238E27FC236}">
                <a16:creationId xmlns:a16="http://schemas.microsoft.com/office/drawing/2014/main" id="{8E19D765-FB7B-F123-E7B3-5F2401C34AAF}"/>
              </a:ext>
            </a:extLst>
          </p:cNvPr>
          <p:cNvCxnSpPr>
            <a:cxnSpLocks/>
          </p:cNvCxnSpPr>
          <p:nvPr/>
        </p:nvCxnSpPr>
        <p:spPr>
          <a:xfrm>
            <a:off x="1606550" y="5329449"/>
            <a:ext cx="1207528" cy="0"/>
          </a:xfrm>
          <a:prstGeom prst="line">
            <a:avLst/>
          </a:prstGeom>
          <a:ln w="190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1C3B51A-3CBD-BAE5-7A6E-8C5CEDF58D02}"/>
              </a:ext>
            </a:extLst>
          </p:cNvPr>
          <p:cNvSpPr txBox="1"/>
          <p:nvPr/>
        </p:nvSpPr>
        <p:spPr>
          <a:xfrm>
            <a:off x="1878455" y="5353510"/>
            <a:ext cx="548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404040"/>
                </a:solidFill>
                <a:latin typeface="Arial"/>
              </a:rPr>
              <a:t>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박기용</cp:lastModifiedBy>
  <cp:revision>6</cp:revision>
  <dcterms:created xsi:type="dcterms:W3CDTF">2013-01-27T09:14:16Z</dcterms:created>
  <dcterms:modified xsi:type="dcterms:W3CDTF">2026-08-26T00:25:52Z</dcterms:modified>
  <cp:category/>
</cp:coreProperties>
</file>